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6" d="100"/>
          <a:sy n="86" d="100"/>
        </p:scale>
        <p:origin x="34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4038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562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Data Pipeline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&amp; Architecture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 Library Client  |  May 2026</a:t>
            </a:r>
            <a:endParaRPr lang="en-US" sz="14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F5B1991-0CB4-4A07-8091-6584D0528055}"/>
              </a:ext>
            </a:extLst>
          </p:cNvPr>
          <p:cNvSpPr/>
          <p:nvPr/>
        </p:nvSpPr>
        <p:spPr>
          <a:xfrm>
            <a:off x="365760" y="1938217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Markus Johnson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38404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840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3898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challenges the library currently faces with its data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65960"/>
            <a:ext cx="38404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65960"/>
            <a:ext cx="3840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3500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automate and clean the library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26080"/>
            <a:ext cx="38404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26080"/>
            <a:ext cx="3840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3101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technical blueprint of how everything connects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886200"/>
            <a:ext cx="38404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886200"/>
            <a:ext cx="3840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42702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track and monitor the pipeline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100584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1005840"/>
            <a:ext cx="38404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005840"/>
            <a:ext cx="3840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Issues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13898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 out for and how we will manage them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196596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0" y="1965960"/>
            <a:ext cx="38404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1965960"/>
            <a:ext cx="3840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9496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23500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Strengths, weaknesses, opportunities and threats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292608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37760" y="2926080"/>
            <a:ext cx="38404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926080"/>
            <a:ext cx="3840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9496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94960" y="33101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after today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73152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966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CSV Files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0759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data stored in raw CSV files with no automated processing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64792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764792"/>
            <a:ext cx="73152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013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11226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rows, duplicate entries, invalid dates (e.g. year 2063), missing customers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69464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569464"/>
            <a:ext cx="73152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06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Filtering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91693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quickly find overdue books or late returns without manual checking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74136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374136"/>
            <a:ext cx="73152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41071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Records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72160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IDs referenced in books that do not exist in the customers file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78808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178808"/>
            <a:ext cx="73152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2153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Consuming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45262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checks done manually — slow, error-prone and hard to repeat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Python pipeline that cleans, validates and loads library data — running inside Docker so it works the same every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26517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54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blank rows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extra spaces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date formats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55448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554480"/>
            <a:ext cx="265176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554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Detection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21488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invalid dates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missing customers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late returns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errors to CSV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55448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554480"/>
            <a:ext cx="265176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554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21488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functions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one command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database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8288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332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3075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library data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03120" y="1298448"/>
            <a:ext cx="4572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60320" y="960120"/>
            <a:ext cx="18288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0332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13075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hello.py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0" y="1298448"/>
            <a:ext cx="4572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46320" y="960120"/>
            <a:ext cx="1828800" cy="685800"/>
          </a:xfrm>
          <a:prstGeom prst="rect">
            <a:avLst/>
          </a:prstGeom>
          <a:solidFill>
            <a:srgbClr val="5B21D8"/>
          </a:solidFill>
          <a:ln w="12700">
            <a:solidFill>
              <a:srgbClr val="5B21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0332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3075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runtime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32320" y="103327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130759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DB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0" y="1645920"/>
            <a:ext cx="0" cy="50292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560320" y="2148840"/>
            <a:ext cx="182880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60320" y="22219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60320" y="25511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cleaned_books.csv</a:t>
            </a:r>
          </a:p>
          <a:p>
            <a:pPr algn="ctr"/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cleaned_customers.csv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389120" y="2487168"/>
            <a:ext cx="4572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846320" y="2148840"/>
            <a:ext cx="1828800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22219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Report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24963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errors_books.csv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75119" y="2496312"/>
            <a:ext cx="519345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194464" y="2103120"/>
            <a:ext cx="173736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32320" y="222199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3232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" y="16733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60320" y="16733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560320" y="28620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32320" y="286207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manages all containers together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3 Data Engineering Metrics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metrics focus on pipeline health and data quality — what a data engineer monitors after every run.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280160"/>
            <a:ext cx="2834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325880"/>
            <a:ext cx="283464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Total Late Returns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1371600" cy="25603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28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Visual: Card Visual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3383280"/>
            <a:ext cx="2651760" cy="14630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3383280"/>
            <a:ext cx="64008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34290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point: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9768" y="3675888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card tells us immediately how many books came back late after a two week allowance. Right now that number is pulled automatically every time the pipeline runs — no manual counting needed. 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library at a glance how big the overdue problem is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1325880"/>
            <a:ext cx="2834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325880"/>
            <a:ext cx="283464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3258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Errors by Reason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1828800"/>
            <a:ext cx="1371600" cy="25603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828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Visual: Bar Chart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3383280"/>
            <a:ext cx="2651760" cy="14630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3383280"/>
            <a:ext cx="64008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34290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point: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01568" y="3675888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bar chart shows us exactly what types of errors the pipeline caught and how many of each. This is the core data engineering metric — it tells us if the data coming in is getting better or worse over time.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72200" y="1325880"/>
            <a:ext cx="2834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1325880"/>
            <a:ext cx="283464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13258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Late Returns Detail Table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1828800"/>
            <a:ext cx="1371600" cy="25603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1828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Visual: Table Visual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63640" y="3383280"/>
            <a:ext cx="2651760" cy="14630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3383280"/>
            <a:ext cx="64008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73368" y="34290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point: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73368" y="3675888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table gives the library everything they need to act — they can see exactly which customer has which book, when it was due back and how many days overdue it is. This turns the pipeline output into something directly useful.</a:t>
            </a:r>
            <a:endParaRPr lang="en-US" sz="9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3376949-A177-44E3-B395-8DFBCF094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958" y="2176272"/>
            <a:ext cx="1575348" cy="117957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7D1229A-1EAA-458D-BE14-1B168F96B2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859" b="-1"/>
          <a:stretch/>
        </p:blipFill>
        <p:spPr>
          <a:xfrm>
            <a:off x="3401568" y="2148840"/>
            <a:ext cx="2428098" cy="113925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957A429E-B2AE-4146-A0BD-B16B9088C0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2387326"/>
            <a:ext cx="2600199" cy="5665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Issues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9319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Likelihood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</a:rPr>
                        <a:t>Missing customer records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Flag in errors file and investigate original records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</a:rPr>
                        <a:t>Invalid dates in CSV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Automatically flagged as NaT and separated into error report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</a:rPr>
                        <a:t>Duplicate book entries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drop_duplicates() removes these automatically on each run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</a:rPr>
                        <a:t>Docker not installed on client machine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Provide setup guide and Docker Desktop installer link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</a:rPr>
                        <a:t>CSV column names change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Script will throw a KeyError — column names must stay consistent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20624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— runs with one command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results every time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separated and traceable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tools — Python &amp; Docker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420624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9144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37160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Docker to be installed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column names must stay consistent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data connection yet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date corrections needed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80360"/>
            <a:ext cx="42062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8803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33756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directly to a live database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more library branches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email alerts for late returns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to run automatically daily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80360"/>
            <a:ext cx="420624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8803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33756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format changes break the pipeline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adding data in wrong format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 not kept up to date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updates could break containers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what happens after today to move this solution forward: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517904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cleaned CSV outputs with the library team for review and sign off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6712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67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17627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Power BI to the output files and confirm all three metrics are working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2549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825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834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Docker on the library machine and run a live demonstration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483864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483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49300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the pipeline to run automatically on a daily or weekly basis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14223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142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415137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missing customer records (IDs 4 and 10) from original records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68172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technique: after each pipeline run ask for a before/after row count to confirm data quality is improving over time.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8003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433979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796</Words>
  <Application>Microsoft Office PowerPoint</Application>
  <PresentationFormat>On-screen Show (16:9)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4</cp:revision>
  <dcterms:created xsi:type="dcterms:W3CDTF">2026-05-08T11:37:27Z</dcterms:created>
  <dcterms:modified xsi:type="dcterms:W3CDTF">2026-05-08T13:05:46Z</dcterms:modified>
</cp:coreProperties>
</file>